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0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GT Win Probability Project (10-slide overview)</a:t>
            </a:r>
          </a:p>
          <a:p>
            <a:pPr>
              <a:defRPr sz="1800">
                <a:solidFill>
                  <a:srgbClr val="DDDDDD"/>
                </a:solidFill>
              </a:defRPr>
            </a:pPr>
            <a:r>
              <a:t>End-to-end: data engineering → baseline ML model → fan-friendly dashboard (2014–2025)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9728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3A369"/>
                </a:solidFill>
              </a:defRPr>
            </a:pPr>
            <a:r>
              <a:t>What we built (in one pipeline)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A repeatable pipeline that pulls CFBD data → builds a clean dataset → trains a model → produces a dashboard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Goal: predict Georgia Tech win probability without using CFBD’s win expectancy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Deliverables: dataset CSV, trained model artifacts, season predictions CSVs, dashboard HTML + charts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DDDDD"/>
                </a:solidFill>
              </a:defRPr>
            </a:pPr>
            <a:r>
              <a:t>Files: winprob.py • analysis_report.py • reports/gt_summary_2014_2025/dashboard.html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0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Slide 2/10: Problem + Scope</a:t>
            </a:r>
          </a:p>
          <a:p>
            <a:pPr>
              <a:defRPr sz="1800">
                <a:solidFill>
                  <a:srgbClr val="DDDDDD"/>
                </a:solidFill>
              </a:defRPr>
            </a:pPr>
            <a:r>
              <a:t>What question are we answering?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557784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3A369"/>
                </a:solidFill>
              </a:defRPr>
            </a:pPr>
            <a:r>
              <a:t>Core question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For a given matchup, what is GT’s pregame chance to win? (a probability, not just W/L)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We use only information available before kickoff (no postgame stats as inputs)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We do not use betting spread as a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417320"/>
            <a:ext cx="512064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3A369"/>
                </a:solidFill>
              </a:defRPr>
            </a:pPr>
            <a:r>
              <a:t>What’s included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Historical games (2014–2025 regular season) to build a training dataset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Baseline model + calibration (probabilities should be meaningful)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A dashboard to explain results to fans / teammates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DDDDD"/>
                </a:solidFill>
              </a:defRPr>
            </a:pPr>
            <a:r>
              <a:t>Why probability? It supports decisions, comparisons, and “how surprised should we be?”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0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Slide 3/10: Data Sources (CFBD API)</a:t>
            </a:r>
          </a:p>
          <a:p>
            <a:pPr>
              <a:defRPr sz="1800">
                <a:solidFill>
                  <a:srgbClr val="DDDDDD"/>
                </a:solidFill>
              </a:defRPr>
            </a:pPr>
            <a:r>
              <a:t>Where the raw data comes from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57784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3A369"/>
                </a:solidFill>
              </a:defRPr>
            </a:pPr>
            <a:r>
              <a:t>Main endpoints used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`/games`: schedule, opponent, location, scores (for label)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`/ratings/elo`: team strength proxy (pregame-ish)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`/talent`, `/recruiting/teams`, `/player/returning`: roster strength proxies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`/teams`: team name resolution + FBS/FCS classification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Optional: `/lines` for market-implied probabilities (benchmarking, not training)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12064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3A369"/>
                </a:solidFill>
              </a:defRPr>
            </a:pPr>
            <a:r>
              <a:t>Why multiple sources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A single endpoint rarely has everything you need for good pregame features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We combine strength + roster + season-to-date form to get a better signal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We cache responses to keep runs fast and reproducible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DDDDD"/>
                </a:solidFill>
              </a:defRPr>
            </a:pPr>
            <a:r>
              <a:t>Key component: CFBDClient caches JSON in data_raw/cfbd_cache/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0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Slide 4/10: Data Engineering Pipeline</a:t>
            </a:r>
          </a:p>
          <a:p>
            <a:pPr>
              <a:defRPr sz="1800">
                <a:solidFill>
                  <a:srgbClr val="DDDDDD"/>
                </a:solidFill>
              </a:defRPr>
            </a:pPr>
            <a:r>
              <a:t>Raw API JSON → clean ML-ready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557784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3A369"/>
                </a:solidFill>
              </a:defRPr>
            </a:pPr>
            <a:r>
              <a:t>Pipeline steps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Call CFBD endpoints (with caching) and resolve team names consistently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Build one row per GT game: (year, week, opponent, home/away/neutral)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Compute pregame features using only games before that week (season-to-date form)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Write the dataset to CSV so training is decoupled from API calls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417320"/>
            <a:ext cx="512064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3A369"/>
                </a:solidFill>
              </a:defRPr>
            </a:pPr>
            <a:r>
              <a:t>Important engineering details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Label is `gt_win` (computed from final score) — used only as the target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Non-FBS opponents can have missing Elo/talent → we apply a floor to avoid bad imputations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Missing values are expected; we impute numerics during training (median)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Outputs: data_processed/model_dataset.csv + cached raw 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DDDDD"/>
                </a:solidFill>
              </a:defRPr>
            </a:pPr>
            <a:r>
              <a:t>Command: python winprob.py build-dataset --from-year 2014 --to-year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0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Slide 5/10: Dataset + Feature Engineering</a:t>
            </a:r>
          </a:p>
          <a:p>
            <a:pPr>
              <a:defRPr sz="1800">
                <a:solidFill>
                  <a:srgbClr val="DDDDDD"/>
                </a:solidFill>
              </a:defRPr>
            </a:pPr>
            <a:r>
              <a:t>What the model actually sees before a game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6692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3A369"/>
                </a:solidFill>
              </a:defRPr>
            </a:pPr>
            <a:r>
              <a:t>Key columns (examples)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Identifiers: game_id, year, week, opponent, location flags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Target label: gt_win (1/0)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Season-to-date form diffs: win_pct_diff, point_diff_pg_diff, points_for/against diffs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Weighted “recent form” diffs: w_* versions (recent games count more)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Strength/roster diffs: elo_diff, talent_diff, returning_diff, recruiting diffs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Opponent type: opp_is_fbs (handles FCS games more realistically)</a:t>
            </a:r>
          </a:p>
        </p:txBody>
      </p:sp>
      <p:pic>
        <p:nvPicPr>
          <p:cNvPr id="4" name="Picture 3" descr="margin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00200"/>
            <a:ext cx="5303520" cy="30305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9224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DDDDD"/>
                </a:solidFill>
              </a:defRPr>
            </a:pPr>
            <a:r>
              <a:t>Pregame-only rule: features use weeks &lt; current week, not postgame stats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0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Slide 6/10: Modeling Approach</a:t>
            </a:r>
          </a:p>
          <a:p>
            <a:pPr>
              <a:defRPr sz="1800">
                <a:solidFill>
                  <a:srgbClr val="DDDDDD"/>
                </a:solidFill>
              </a:defRPr>
            </a:pPr>
            <a:r>
              <a:t>Simple baseline: logistic regression + 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5778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3A369"/>
                </a:solidFill>
              </a:defRPr>
            </a:pPr>
            <a:r>
              <a:t>How it works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Supervised learning: features → probability GT wins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Train/val/test split by season (avoid mixing years): 2014–2022 / 2023–2024 / 2025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Recency weighting so recent years matter more (half-life ≈ 3.0 years)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Pipeline: impute missing values → standardize → logistic regression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Calibration: sigmoid (so 0.70 means ‘should win ~70% of the time’)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463040"/>
            <a:ext cx="51206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3A369"/>
                </a:solidFill>
              </a:defRPr>
            </a:pPr>
            <a:r>
              <a:t>Why this baseline is good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Explainable: you can tell a story about what drives probability (home field, strength gap, form)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Fast to train and easy to debug (good for a first version)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Sets a benchmark: future models should beat this to justify complexity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DDDDD"/>
                </a:solidFill>
              </a:defRPr>
            </a:pPr>
            <a:r>
              <a:t>Train command: python winprob.py train  (writes models/metrics.json)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0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Slide 7/10: Evaluation</a:t>
            </a:r>
          </a:p>
          <a:p>
            <a:pPr>
              <a:defRPr sz="1800">
                <a:solidFill>
                  <a:srgbClr val="DDDDDD"/>
                </a:solidFill>
              </a:defRPr>
            </a:pPr>
            <a:r>
              <a:t>Did the probabilities make sense?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56692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3A369"/>
                </a:solidFill>
              </a:defRPr>
            </a:pPr>
            <a:r>
              <a:t>Metrics you can explain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Accuracy: how often we picked the winner (threshold 50%)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Brier score: how close probabilities were to outcomes (lower is better)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Log loss: penalizes confident wrong predictions more than small mistakes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Calibration: do predicted probabilities match real win rates over time?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417320"/>
            <a:ext cx="512064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3A369"/>
                </a:solidFill>
              </a:defRPr>
            </a:pPr>
            <a:r>
              <a:t>Latest run (from models/metrics.json)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Validation (2023–2024) accuracy: 0.625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Validation Brier: 0.227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Test (2025) accuracy: 0.833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Test Brier: 0.174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Caveat: test is ~12 games → treat as directional, not definitive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DDDDD"/>
                </a:solidFill>
              </a:defRPr>
            </a:pPr>
            <a:r>
              <a:t>Best practice: keep 2025 as the clean out-of-sample test year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0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Slide 8/10: Dashboard</a:t>
            </a:r>
          </a:p>
          <a:p>
            <a:pPr>
              <a:defRPr sz="1800">
                <a:solidFill>
                  <a:srgbClr val="DDDDDD"/>
                </a:solidFill>
              </a:defRPr>
            </a:pPr>
            <a:r>
              <a:t>Turning results into something people can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56692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3A369"/>
                </a:solidFill>
              </a:defRPr>
            </a:pPr>
            <a:r>
              <a:t>What the dashboard answers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Overall record: 69-73 (win rate 48.6%)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Was GT consistently good, or did it swing by year? (win rate by season)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How ‘dominant’ were games? (margin distribution + margin by year)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Does home field matter? (splits + regression estimate)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Context: close games, blowouts, schedule strength proxy, Elo gap vs win rate</a:t>
            </a:r>
          </a:p>
        </p:txBody>
      </p:sp>
      <p:pic>
        <p:nvPicPr>
          <p:cNvPr id="4" name="Picture 3" descr="winrate_by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00200"/>
            <a:ext cx="5303520" cy="2651760"/>
          </a:xfrm>
          <a:prstGeom prst="rect">
            <a:avLst/>
          </a:prstGeom>
        </p:spPr>
      </p:pic>
      <p:pic>
        <p:nvPicPr>
          <p:cNvPr id="5" name="Picture 4" descr="margin_by_y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4023360"/>
            <a:ext cx="5303520" cy="2357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9224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DDDDD"/>
                </a:solidFill>
              </a:defRPr>
            </a:pPr>
            <a:r>
              <a:t>Open: gt_summary_2014_2025/dashboard.html (static PNGs included for offline)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0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Slide 9/10: Example Insight</a:t>
            </a:r>
          </a:p>
          <a:p>
            <a:pPr>
              <a:defRPr sz="1800">
                <a:solidFill>
                  <a:srgbClr val="DDDDDD"/>
                </a:solidFill>
              </a:defRPr>
            </a:pPr>
            <a:r>
              <a:t>Home-field effect (simple regression)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56692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3A369"/>
                </a:solidFill>
              </a:defRPr>
            </a:pPr>
            <a:r>
              <a:t>What it means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Home win rate ≈ 57.5% vs away win rate ≈ 40.0%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Regression estimate: home field ≈ +2.3 points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Uncertainty (95% CI): [-3.6, 8.0] points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Win-prob shift when teams are ‘even’: about +9.9%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Key takeaway: looks helpful, but the uncertainty means it’s suggestive, not a guarantee</a:t>
            </a:r>
          </a:p>
        </p:txBody>
      </p:sp>
      <p:pic>
        <p:nvPicPr>
          <p:cNvPr id="4" name="Picture 3" descr="opp_strength_by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91640"/>
            <a:ext cx="5303520" cy="2357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9224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DDDDD"/>
                </a:solidFill>
              </a:defRPr>
            </a:pPr>
            <a:r>
              <a:t>Why this slide matters: shows we can extract interpretable insights, not just a black-box model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0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Slide 10/10: Benchmarking + Next Steps</a:t>
            </a:r>
          </a:p>
          <a:p>
            <a:pPr>
              <a:defRPr sz="1800">
                <a:solidFill>
                  <a:srgbClr val="DDDDDD"/>
                </a:solidFill>
              </a:defRPr>
            </a:pPr>
            <a:r>
              <a:t>How we judge it and what’s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56692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3A369"/>
                </a:solidFill>
              </a:defRPr>
            </a:pPr>
            <a:r>
              <a:t>How we benchmark + what can go wrong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Benchmark idea: compare to betting market implied win prob (strong public baseline)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Small samples: a 12-game season makes “accuracy” swing a lot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Non-stationary team: coaches/players change → older seasons matter less (we use recency weighting)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Missing/uneven data (especially non-FBS opponents) can distort features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Football randomness: close games + turnovers mean probabilities will never be perfect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417320"/>
            <a:ext cx="512064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3A369"/>
                </a:solidFill>
              </a:defRPr>
            </a:pPr>
            <a:r>
              <a:t>Next improvements (roadmap)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Train on all FBS games, then predict GT (massively larger dataset + better generalization)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Add stronger pregame team strength features (and better schedule-adjusted form)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Try non-linear models (gradient boosting) and tune with cross-validation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Improve evaluation: reliability diagrams, rolling-year backtests, more seasons for test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Product: add 2024 model-vs-market table + richer matchup explanations in the dashboard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Context stats: Overall win rate uncertainty (95% CI): 40.5%–56.7%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Context stats: Margin uncertainty (95% CI): -3.99 to +3.01 points/game</a:t>
            </a:r>
          </a:p>
        </p:txBody>
      </p:sp>
      <p:pic>
        <p:nvPicPr>
          <p:cNvPr id="5" name="Picture 4" descr="elo_gap_vs_w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5257800"/>
            <a:ext cx="5349240" cy="26746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9224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DDDDD"/>
                </a:solidFill>
              </a:defRPr>
            </a:pPr>
            <a:r>
              <a:t>Positioning: strong baseline pipeline + explainable dashboard; ready to extend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