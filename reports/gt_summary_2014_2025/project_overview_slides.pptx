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GT Win Probability Project</a:t>
            </a:r>
          </a:p>
          <a:p>
            <a:pPr>
              <a:defRPr sz="1800">
                <a:solidFill>
                  <a:srgbClr val="DDDDDD"/>
                </a:solidFill>
              </a:defRPr>
            </a:pPr>
            <a:r>
              <a:t>Data engineering → baseline ML model → fan-friendly dashboard (2014–2025)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What you built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Pulled Georgia Tech game + team data from the CFBD API and cached it locally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Engineered pregame features (team strength + season-to-date form) into a clean CSV dataset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Trained a supervised win/loss probability model (logistic regression + calibration)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Generated a dashboard with trends, uncertainty, and a model-vs-market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DDDDD"/>
                </a:solidFill>
              </a:defRPr>
            </a:pPr>
            <a:r>
              <a:t>Artifacts: winprob.py • analysis_report.py • gt_summary_2014_2025/dashboard.html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1) Data Engineering: API →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5778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Inputs (CFBD endpoints)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/games (schedule + scores)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/ratings/elo (team strength proxy)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/talent, /recruiting/teams, /player/returning (roster proxies)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Optional: /lines (betting market implied win prob)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1206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Outputs (clean tables)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One row per GT game with year/week/opponent/location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Pregame-only features (no using postgame stats as inputs)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Fixes for missing/non-FBS opponent data ("FCS floor")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Cached JSON responses for reproducibility and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DDDDD"/>
                </a:solidFill>
              </a:defRPr>
            </a:pPr>
            <a:r>
              <a:t>Key file: data_processed/model_dataset.csv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2) Prediction Model: Win Probability</a:t>
            </a:r>
          </a:p>
          <a:p>
            <a:pPr>
              <a:defRPr sz="1800">
                <a:solidFill>
                  <a:srgbClr val="DDDDDD"/>
                </a:solidFill>
              </a:defRPr>
            </a:pPr>
            <a:r>
              <a:t>Baseline model designed to be simple + explainable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5778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How it works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Supervised learning: predict gt_win (1=win, 0=loss)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Train/val/test split by season: 2014–2022 / 2023–2024 / 2025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Recency weighting: half-life ≈ 3.0 years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Calibration: sigmoid (turns scores into better probabilities)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51206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What you report (metrics)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Validation (2023–2024) accuracy: 0.625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Validation Brier score: 0.227 (lower is better)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Test (2025) accuracy: 0.833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Test Brier score: 0.174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Important caveat: 2025 test set is small (≈12 games), so results are noisy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DDDDD"/>
                </a:solidFill>
              </a:defRPr>
            </a:pPr>
            <a:r>
              <a:t>Model artifacts: models/gt_winprob_logreg.joblib • models/metrics.json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3) Dashboard: What a fan can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Dashboard sections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Record (2014–2025): 69-73 (win rate 48.6%)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Average scoring margin: -0.58 points/game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Home/away/neutral splits + uncertainty (confidence intervals)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Home-field effect estimate (simple regression controlling for Elo gap)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Extra context: close games, blowouts, schedule strength proxy, Elo gap vs win rate</a:t>
            </a:r>
          </a:p>
        </p:txBody>
      </p:sp>
      <p:pic>
        <p:nvPicPr>
          <p:cNvPr id="4" name="Picture 3" descr="winrate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5394960" cy="2697480"/>
          </a:xfrm>
          <a:prstGeom prst="rect">
            <a:avLst/>
          </a:prstGeom>
        </p:spPr>
      </p:pic>
      <p:pic>
        <p:nvPicPr>
          <p:cNvPr id="5" name="Picture 4" descr="margin_by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114800"/>
            <a:ext cx="5394960" cy="239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DDDDD"/>
                </a:solidFill>
              </a:defRPr>
            </a:pPr>
            <a:r>
              <a:t>Open: gt_summary_2014_2025/dashboard.html (includes static PNGs for offline viewing)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Challenges + Next Improvements</a:t>
            </a:r>
          </a:p>
          <a:p>
            <a:pPr>
              <a:defRPr sz="1800">
                <a:solidFill>
                  <a:srgbClr val="DDDDDD"/>
                </a:solidFill>
              </a:defRPr>
            </a:pPr>
            <a:r>
              <a:t>What you’d do to make it stronger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5778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Main challenges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Small sample: GT has ~12 regular-season games/year → metrics swing a lot year to year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Missing data for some features (especially non-FBS/FCS opponents) can distort training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Football is high-variance: close games, injuries, turnovers add randomness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Market comparison is hard: odds are strong baselines and lines can be missing/inconsistent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51206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3A369"/>
                </a:solidFill>
              </a:defRPr>
            </a:pPr>
            <a:r>
              <a:t>Improvements (next steps)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Example finding: home field ≈ +2.3 points (≈ +9.9% win-prob when teams are even)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Add more pregame features (injury reports are hard; but more team/efficiency priors help)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Train on all FBS games (not only GT) then predict GT as a subset (much bigger dataset)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Use stronger non-linear models (e.g., gradient boosting) + careful cross-validation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Better probability evaluation: reliability plots, calibration by season, out-of-sample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DDDDD"/>
                </a:solidFill>
              </a:defRPr>
            </a:pPr>
            <a:r>
              <a:t>Positioning: this is a strong baseline + pipeline that you can keep improving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